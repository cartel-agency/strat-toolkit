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4" r:id="rId4"/>
  </p:sldMasterIdLst>
  <p:notesMasterIdLst>
    <p:notesMasterId r:id="rId60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E86601-94EA-2A8D-A1EB-7FCE7C637E4C}" name="Marjolein Cnudde" initials="MC" userId="S::marjolein.cnudde@student.kuleuven.be::228ec738-3654-41b0-b99c-35707bbf1e26" providerId="AD"/>
  <p188:author id="{8298561A-4A5B-F692-7DA7-D8403B3A0D96}" name="Aurore Sabbe | Cartel Agency" initials="" userId="S::aurore.sabbe@friendsofcartel.be::a3b63f77-cf6e-4ab7-8e5b-d0e2832bf5d3" providerId="AD"/>
  <p188:author id="{E7DB5D40-F23E-5FED-AF13-584FA333F4C0}" name="Micha Appermans | Cartel Agency" initials="MA|CA" userId="S::micha.appermans@friendsofcartel.be::9c1cfe3b-758e-4910-8968-bfa6973c09cd" providerId="AD"/>
  <p188:author id="{38750648-3B1E-91AD-C4C9-17209AC20BD6}" name="Marjolein Cnudde" initials="" userId="S::marjolein.cnudde@rca.be::5aeee78e-48dc-4f64-81b2-b6c555aca454" providerId="AD"/>
  <p188:author id="{6CF3F896-DE0C-4E70-8C32-E292E55DE6ED}" name="Marie Vrancken" initials="MV" userId="S::marie.vrancken@rca.be::442aee6d-46db-4284-b298-53eb0261f450" providerId="AD"/>
  <p188:author id="{A7DB629B-769C-9900-B00B-EA762AD0E4E0}" name="Karel Byloos" initials="" userId="S::karel.byloos@rca.be::4cb31f54-7ad9-483b-a134-dab4cea0c298" providerId="AD"/>
  <p188:author id="{EA59EFB3-4A0E-960F-3CB0-CB2A9F62F6CC}" name="Ellen Daenen" initials="ED" userId="S::ellen.daenen@rca.be::69552009-8b94-4450-8018-fc8060be67c2" providerId="AD"/>
  <p188:author id="{473F37B5-2350-1AE0-E02C-430988A37872}" name="Gilles Vermeulen" initials="GV" userId="S::gilles.vermeulen@rca.be::f757b5d1-d865-4d5c-8241-0ffc1b1b2b35" providerId="AD"/>
  <p188:author id="{BF0659BA-55A6-2318-478B-E8E444C0E45B}" name="Maarten Moons | Cartel Agency" initials="MM|CA" userId="S::maarten.moons@friendsofcartel.be::c027f0c4-53a8-49bf-95c2-7d96a57db7d8" providerId="AD"/>
  <p188:author id="{A9AF57BC-5C84-C821-211D-F5CCD4CAA8D5}" name="Karel Byloos | Cartel Agency" initials="KB|CA" userId="S::karel.byloos@friendsofcartel.be::35938c38-9cd5-4dad-8821-0897a202d361" providerId="AD"/>
  <p188:author id="{7BA16DBE-F200-5477-6917-53CD1A35471F}" name="Jurgen Vandevelde | Cartel Agency" initials="J" userId="S::jurgen.vandevelde@friendsofcartel.be::2a3b3e44-1ffc-49b8-afb6-787fa9a03acf" providerId="AD"/>
  <p188:author id="{4126F0CE-3184-9277-54F5-8F9183952DD7}" name="Marjolein Cnudde | Cartel Agency" initials="MC|CA" userId="S::marjolein.cnudde@friendsofcartel.be::b0a24603-81fc-4482-9a48-f3c2ec370551" providerId="AD"/>
  <p188:author id="{007D32D3-CF51-9BF4-F283-BCE1A4C066E6}" name="Ken Houben" initials="KH" userId="S::ken.houben@rca.be::88229650-e72f-41ea-b0e4-5cf7811190d4" providerId="AD"/>
  <p188:author id="{485CFBD4-FA69-B3B7-E13B-568F53DD9FBE}" name="Bart Klerckx | Cartel Agency" initials="BK|CA" userId="S::bart.klerckx@friendsofcartel.be::93d0db23-9070-4880-8857-9be2a8abb0bc" providerId="AD"/>
  <p188:author id="{2473F9E3-9E3C-89A1-E775-60C054CB0AFD}" name="Micha Appermans" initials="MA" userId="S::micha.appermans@rca.be::a9d2b7bf-2043-44ba-a108-a9599bfb6d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E6EA"/>
    <a:srgbClr val="001965"/>
    <a:srgbClr val="4A6FA5"/>
    <a:srgbClr val="C94629"/>
    <a:srgbClr val="B0D3C7"/>
    <a:srgbClr val="6E8291"/>
    <a:srgbClr val="192A3E"/>
    <a:srgbClr val="B0D3C8"/>
    <a:srgbClr val="9DA3AF"/>
    <a:srgbClr val="D88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C04D7-EA8C-2F8D-6D84-E08D7C4DC230}" v="1" dt="2026-08-17T08:41:52.3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2DE63D5-997A-4646-A377-4702673A728D}" styleName="Stijl, licht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Geen stijl, tabel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543"/>
  </p:normalViewPr>
  <p:slideViewPr>
    <p:cSldViewPr snapToGrid="0">
      <p:cViewPr varScale="1">
        <p:scale>
          <a:sx n="106" d="100"/>
          <a:sy n="106" d="100"/>
        </p:scale>
        <p:origin x="137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microsoft.com/office/2016/11/relationships/changesInfo" Target="changesInfos/changesInfo1.xml"/><Relationship Id="rId66" Type="http://schemas.microsoft.com/office/2015/10/relationships/revisionInfo" Target="revisionInfo.xml"/><Relationship Id="rId6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 Vrancken | Cartel Agency" userId="S::marie.vrancken@friendsofcartel.be::a5f6f9b7-20ec-4ce9-bf0d-7e3189c27445" providerId="AD" clId="Web-{54BC04D7-EA8C-2F8D-6D84-E08D7C4DC230}"/>
    <pc:docChg chg="modSld">
      <pc:chgData name="Marie Vrancken | Cartel Agency" userId="S::marie.vrancken@friendsofcartel.be::a5f6f9b7-20ec-4ce9-bf0d-7e3189c27445" providerId="AD" clId="Web-{54BC04D7-EA8C-2F8D-6D84-E08D7C4DC230}" dt="2026-08-17T08:41:52.372" v="0" actId="20577"/>
      <pc:docMkLst>
        <pc:docMk/>
      </pc:docMkLst>
      <pc:sldChg chg="modSp">
        <pc:chgData name="Marie Vrancken | Cartel Agency" userId="S::marie.vrancken@friendsofcartel.be::a5f6f9b7-20ec-4ce9-bf0d-7e3189c27445" providerId="AD" clId="Web-{54BC04D7-EA8C-2F8D-6D84-E08D7C4DC230}" dt="2026-08-17T08:41:52.372" v="0" actId="20577"/>
        <pc:sldMkLst>
          <pc:docMk/>
          <pc:sldMk cId="1241167080" sldId="283"/>
        </pc:sldMkLst>
        <pc:spChg chg="mod">
          <ac:chgData name="Marie Vrancken | Cartel Agency" userId="S::marie.vrancken@friendsofcartel.be::a5f6f9b7-20ec-4ce9-bf0d-7e3189c27445" providerId="AD" clId="Web-{54BC04D7-EA8C-2F8D-6D84-E08D7C4DC230}" dt="2026-08-17T08:41:52.372" v="0" actId="20577"/>
          <ac:spMkLst>
            <pc:docMk/>
            <pc:sldMk cId="1241167080" sldId="283"/>
            <ac:spMk id="2" creationId="{D92B38DA-C793-2AC3-2C83-B612916FEED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5C4DA-1854-F64F-B10F-E737F38F4001}" type="datetimeFigureOut">
              <a:rPr lang="nl-BE" smtClean="0"/>
              <a:t>17/08/2026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BEF366-5FEB-C649-8525-743A4314FD60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655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Titeldia-4. Titelslide van het deck.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Titeldia-1. Titelslide met beeld.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Index-1. Inhoudsopgave of overzicht van de pijlers.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Tussentitel-2. Divider tussen twee blokken, met beeld.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Tussentitel-1. Divider zonder beeld.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Titel+Tekst-Zwart. De werkslide. Donkere achtergrond, witte tekst.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Titel+Tekst. De werkslide op lichte achtergrond.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Sentence-Black. Eén uitspraak of kernzin, donker.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Sentence. Eén uitspraak of kernzin, licht.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Quote. Citaat met bron.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Titel+Tekst+Foto2. Tekst links, beeld rechts.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Titel+Tekst+Foto. Tekst met beeld, andere verhouding.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Titel+Bullets+Foto-1-Zwart. Bullets met beeld, donker.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Titel+Bullets+Foto-2. Bullets met beeld, licht.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Titel+Bullets+Grafiek. Grafiek met duiding ernaast.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Titel+Grafiek. Eén grafiek groot.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Grafiek x2. Twee grafieken naast elkaar.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Titel+Tekst+Titel+Tabel. Tabel met duiding.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Tabel-fullscreen. Tabel over de volle breedte.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Tekst-fullscreen. Tekst over de volle breedte.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Oplijsting. Opsomming van punten onder elkaar.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Titel+Blokken. Drie of meer blokken naast elkaar.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Titel+Genummerde Blokken. Genummerde stappen of principes.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Titel+Timeline. Tijdlijn of fasering.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Blanco-zwart. Noodgeval: lege donkere slide.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Blanco-wit. Noodgeval: lege lichte slide.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Layout: Endslide. Slotslide. Voorbeeldslide in het sjabloon, niet bedoeld om te presenteren.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gi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gif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dia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86B5EBF-9F82-DADA-1C24-A8DE9F68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4799" y="559740"/>
            <a:ext cx="1056057" cy="165475"/>
          </a:xfrm>
        </p:spPr>
        <p:txBody>
          <a:bodyPr lIns="0" tIns="0" rIns="0" bIns="0" anchor="b" anchorCtr="0">
            <a:noAutofit/>
          </a:bodyPr>
          <a:lstStyle>
            <a:lvl1pPr>
              <a:defRPr sz="900" b="1" i="0" baseline="0">
                <a:solidFill>
                  <a:schemeClr val="bg1"/>
                </a:solidFill>
              </a:defRPr>
            </a:lvl1pPr>
          </a:lstStyle>
          <a:p>
            <a:fld id="{CC6A9A91-C634-7845-BDE1-3E1E6545D7CF}" type="datetime4">
              <a:rPr lang="nl-BE" smtClean="0"/>
              <a:t>17 augustus 2026</a:t>
            </a:fld>
            <a:endParaRPr lang="nl-BE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5576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4800" y="1191731"/>
            <a:ext cx="9659005" cy="1292909"/>
          </a:xfrm>
        </p:spPr>
        <p:txBody>
          <a:bodyPr lIns="0" tIns="0" rIns="0" bIns="0" anchor="b" anchorCtr="0">
            <a:noAutofit/>
          </a:bodyPr>
          <a:lstStyle>
            <a:lvl1pPr algn="l">
              <a:defRPr sz="9000" b="1" i="0" spc="-10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Hi Customer,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4799" y="2484640"/>
            <a:ext cx="9659000" cy="262812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9000" spc="-10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err="1"/>
              <a:t>So</a:t>
            </a:r>
            <a:r>
              <a:rPr lang="nl-NL"/>
              <a:t> </a:t>
            </a:r>
            <a:r>
              <a:rPr lang="nl-NL" err="1"/>
              <a:t>good</a:t>
            </a:r>
            <a:endParaRPr lang="nl-BE"/>
          </a:p>
        </p:txBody>
      </p:sp>
      <p:sp>
        <p:nvSpPr>
          <p:cNvPr id="19" name="Tijdelijke aanduiding voor afbeelding 18">
            <a:extLst>
              <a:ext uri="{FF2B5EF4-FFF2-40B4-BE49-F238E27FC236}">
                <a16:creationId xmlns:a16="http://schemas.microsoft.com/office/drawing/2014/main" id="{12AA88E4-04CC-8825-0BA5-61346AF74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666800" y="5594400"/>
            <a:ext cx="1069200" cy="1069200"/>
          </a:xfrm>
        </p:spPr>
        <p:txBody>
          <a:bodyPr>
            <a:normAutofit/>
          </a:bodyPr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nl-BE"/>
              <a:t>Logo klant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CCEEAF3-AC1F-FA22-F80E-E334B489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4800" y="6008400"/>
            <a:ext cx="2808000" cy="266824"/>
          </a:xfrm>
          <a:prstGeom prst="rect">
            <a:avLst/>
          </a:prstGeom>
        </p:spPr>
      </p:pic>
      <p:sp>
        <p:nvSpPr>
          <p:cNvPr id="28" name="Tijdelijke aanduiding voor tekst 27">
            <a:extLst>
              <a:ext uri="{FF2B5EF4-FFF2-40B4-BE49-F238E27FC236}">
                <a16:creationId xmlns:a16="http://schemas.microsoft.com/office/drawing/2014/main" id="{4ED0CA75-2D7E-CB58-9137-E979C4B5D7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6800" y="559739"/>
            <a:ext cx="7966999" cy="165475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90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3FAC86CA-0B5F-55B7-8F30-AB0DCCCEA29B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731EC981-DBEE-AA3D-4909-CE305F4AD02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E9B1DBD0-F41A-BCEB-47A6-11C6C1DC525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5576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25">
            <a:extLst>
              <a:ext uri="{FF2B5EF4-FFF2-40B4-BE49-F238E27FC236}">
                <a16:creationId xmlns:a16="http://schemas.microsoft.com/office/drawing/2014/main" id="{EDB21DB0-04C5-3721-3C35-9585E499A3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44800" y="6008400"/>
            <a:ext cx="2808000" cy="26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32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dia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5576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4799" y="389196"/>
            <a:ext cx="10584000" cy="886315"/>
          </a:xfrm>
        </p:spPr>
        <p:txBody>
          <a:bodyPr lIns="0" tIns="0" rIns="0" bIns="0" anchor="b" anchorCtr="0">
            <a:noAutofit/>
          </a:bodyPr>
          <a:lstStyle>
            <a:lvl1pPr algn="l">
              <a:defRPr sz="5300" b="1" i="0" spc="-100" baseline="0">
                <a:solidFill>
                  <a:schemeClr val="bg1"/>
                </a:solidFill>
              </a:defRPr>
            </a:lvl1pPr>
          </a:lstStyle>
          <a:p>
            <a:r>
              <a:rPr lang="nl-BE"/>
              <a:t>Client</a:t>
            </a:r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4799" y="1333795"/>
            <a:ext cx="10584000" cy="1631751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80000"/>
              </a:lnSpc>
              <a:buNone/>
              <a:defRPr sz="5300" spc="-10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28" name="Tijdelijke aanduiding voor tekst 27">
            <a:extLst>
              <a:ext uri="{FF2B5EF4-FFF2-40B4-BE49-F238E27FC236}">
                <a16:creationId xmlns:a16="http://schemas.microsoft.com/office/drawing/2014/main" id="{4ED0CA75-2D7E-CB58-9137-E979C4B5D7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6800" y="3944209"/>
            <a:ext cx="8891999" cy="165475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tekst 27">
            <a:extLst>
              <a:ext uri="{FF2B5EF4-FFF2-40B4-BE49-F238E27FC236}">
                <a16:creationId xmlns:a16="http://schemas.microsoft.com/office/drawing/2014/main" id="{AC37A213-6716-1476-7EE3-2F30B8F4DA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4800" y="3944209"/>
            <a:ext cx="1545392" cy="165475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900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XXXX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40C6B20-5050-08D7-ADB6-E0D4B31EFC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4266945"/>
            <a:ext cx="12193200" cy="259105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CCEEAF3-AC1F-FA22-F80E-E334B4890E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0800" y="5536800"/>
            <a:ext cx="11844000" cy="1125448"/>
          </a:xfrm>
          <a:prstGeom prst="rect">
            <a:avLst/>
          </a:prstGeom>
        </p:spPr>
      </p:pic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FA60BEDA-721E-D30D-4FE2-C6573EB165A1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E519522C-3635-F4FC-356B-5DFA5E636381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4ED22B70-58D8-B8A8-C087-9F54AF635B9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5576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Afbeelding 8">
            <a:extLst>
              <a:ext uri="{FF2B5EF4-FFF2-40B4-BE49-F238E27FC236}">
                <a16:creationId xmlns:a16="http://schemas.microsoft.com/office/drawing/2014/main" id="{E3AE85BE-4EA6-42E8-9677-FBED988B49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4266945"/>
            <a:ext cx="12193200" cy="2591055"/>
          </a:xfrm>
          <a:prstGeom prst="rect">
            <a:avLst/>
          </a:prstGeom>
        </p:spPr>
      </p:pic>
      <p:pic>
        <p:nvPicPr>
          <p:cNvPr id="10" name="Graphic 25">
            <a:extLst>
              <a:ext uri="{FF2B5EF4-FFF2-40B4-BE49-F238E27FC236}">
                <a16:creationId xmlns:a16="http://schemas.microsoft.com/office/drawing/2014/main" id="{0AEAFFCA-4D2E-E17A-8E46-A1C9B77680B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90800" y="5536800"/>
            <a:ext cx="11844000" cy="112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159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Index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0" name="Tijdelijke aanduiding voor afbeelding 9">
            <a:extLst>
              <a:ext uri="{FF2B5EF4-FFF2-40B4-BE49-F238E27FC236}">
                <a16:creationId xmlns:a16="http://schemas.microsoft.com/office/drawing/2014/main" id="{E36198A6-295F-2756-DC69-4E3BFA3EA14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90800" y="1994400"/>
            <a:ext cx="3481200" cy="39528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18799" y="844020"/>
            <a:ext cx="4786799" cy="5286777"/>
          </a:xfrm>
        </p:spPr>
        <p:txBody>
          <a:bodyPr lIns="0" tIns="0" rIns="0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3846" b="1" i="0" spc="-100" baseline="0">
                <a:solidFill>
                  <a:srgbClr val="424242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AA74D8E6-EDB8-5072-4939-7FA9F3A8A8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900000"/>
            <a:ext cx="568800" cy="4079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000" b="1" i="0" baseline="0">
                <a:solidFill>
                  <a:schemeClr val="bg1"/>
                </a:solidFill>
              </a:defRPr>
            </a:lvl1pPr>
            <a:lvl2pPr>
              <a:defRPr sz="1000" b="1" i="0" baseline="0">
                <a:solidFill>
                  <a:schemeClr val="bg1"/>
                </a:solidFill>
              </a:defRPr>
            </a:lvl2pPr>
            <a:lvl3pPr>
              <a:defRPr sz="1000" b="1" i="0" baseline="0">
                <a:solidFill>
                  <a:schemeClr val="bg1"/>
                </a:solidFill>
              </a:defRPr>
            </a:lvl3pPr>
            <a:lvl4pPr>
              <a:defRPr sz="1000" b="1" i="0" baseline="0">
                <a:solidFill>
                  <a:schemeClr val="bg1"/>
                </a:solidFill>
              </a:defRPr>
            </a:lvl4pPr>
            <a:lvl5pPr>
              <a:defRPr sz="1000" b="1" i="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57F9559-33FB-FFCD-2DC9-17D4389CF4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414810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ekst+Foto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1B96592-5644-A9B7-977A-3F1CD14F7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4629600"/>
            <a:ext cx="4330800" cy="14004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jdelijke aanduiding voor afbeelding 9">
            <a:extLst>
              <a:ext uri="{FF2B5EF4-FFF2-40B4-BE49-F238E27FC236}">
                <a16:creationId xmlns:a16="http://schemas.microsoft.com/office/drawing/2014/main" id="{1704543F-4CD3-A8F5-DB12-D5CEAAAE8B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1600" y="3124800"/>
            <a:ext cx="2566800" cy="2905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Klik op het pictogram als u een afbeelding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20467761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ekst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1B96592-5644-A9B7-977A-3F1CD14F7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399" y="2804037"/>
            <a:ext cx="10033177" cy="3225963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29447936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ekst-Zw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1B96592-5644-A9B7-977A-3F1CD14F7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399" y="2804037"/>
            <a:ext cx="10033177" cy="3225963"/>
          </a:xfr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1B077E04-3161-D36C-21DF-72E7934D6A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19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ekst+Foto2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1B96592-5644-A9B7-977A-3F1CD14F70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4629600"/>
            <a:ext cx="4330800" cy="14004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jdelijke aanduiding voor afbeelding 9">
            <a:extLst>
              <a:ext uri="{FF2B5EF4-FFF2-40B4-BE49-F238E27FC236}">
                <a16:creationId xmlns:a16="http://schemas.microsoft.com/office/drawing/2014/main" id="{1704543F-4CD3-A8F5-DB12-D5CEAAAE8B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61600" y="3124800"/>
            <a:ext cx="2566800" cy="2905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Klik op het pictogram als u een afbeelding wilt toevoegen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2333405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Bullets+Grafiek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D85B9F6-4024-26C1-8EE9-12A0A20DB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3517200"/>
            <a:ext cx="4305600" cy="2473200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 sz="1400" baseline="0">
                <a:solidFill>
                  <a:schemeClr val="tx1"/>
                </a:solidFill>
              </a:defRPr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9" name="Tijdelijke aanduiding voor grafiek 8">
            <a:extLst>
              <a:ext uri="{FF2B5EF4-FFF2-40B4-BE49-F238E27FC236}">
                <a16:creationId xmlns:a16="http://schemas.microsoft.com/office/drawing/2014/main" id="{67886E2C-CFC1-C50B-5928-1F422F6C5F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501600" y="3124800"/>
            <a:ext cx="5234400" cy="2822400"/>
          </a:xfr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nl-NL"/>
              <a:t>Klik op het pictogram als u een grafiek wilt toevoegen</a:t>
            </a:r>
            <a:endParaRPr lang="nl-BE"/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71D347E3-CCB0-2BA1-F8E6-CD75DC91D423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E029E4A4-3546-B20B-51DF-31F6E47CB96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B65AF169-A9B7-E37A-783B-45B0F77D9B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1233EB63-3BEF-1219-0C9A-FA9302D3BC07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2FA682FE-84EC-3E74-DCBA-759B41588C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411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Bullets+Foto-1-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93311"/>
            <a:ext cx="10033200" cy="1544616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D85B9F6-4024-26C1-8EE9-12A0A20DB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3517200"/>
            <a:ext cx="4305600" cy="2473200"/>
          </a:xfrm>
        </p:spPr>
        <p:txBody>
          <a:bodyPr lIns="0" tIns="0" rIns="0" bIns="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defRPr sz="1400" baseline="0">
                <a:solidFill>
                  <a:schemeClr val="bg1"/>
                </a:solidFill>
              </a:defRPr>
            </a:lvl1pPr>
            <a:lvl2pPr>
              <a:defRPr sz="1400" baseline="0">
                <a:solidFill>
                  <a:schemeClr val="bg1"/>
                </a:solidFill>
              </a:defRPr>
            </a:lvl2pPr>
            <a:lvl3pPr>
              <a:defRPr sz="1400" baseline="0">
                <a:solidFill>
                  <a:schemeClr val="bg1"/>
                </a:solidFill>
              </a:defRPr>
            </a:lvl3pPr>
            <a:lvl4pPr>
              <a:defRPr sz="1400" baseline="0">
                <a:solidFill>
                  <a:schemeClr val="bg1"/>
                </a:solidFill>
              </a:defRPr>
            </a:lvl4pPr>
            <a:lvl5pPr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2" name="Tijdelijke aanduiding voor afbeelding 9">
            <a:extLst>
              <a:ext uri="{FF2B5EF4-FFF2-40B4-BE49-F238E27FC236}">
                <a16:creationId xmlns:a16="http://schemas.microsoft.com/office/drawing/2014/main" id="{8318923A-9823-932C-77BF-B1A65F731AC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83200" y="3153600"/>
            <a:ext cx="4363200" cy="2880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Klik op het pictogram als u een afbeelding wilt toevoegen</a:t>
            </a:r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FF97A72-3D1C-9971-3D18-538AA426230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191197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ussentitel-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EDF84C3-F406-281C-49F8-320C471FC42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60DE0A5-FD2E-20E5-3F58-127502003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00" y="815950"/>
            <a:ext cx="8967600" cy="3571625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80000"/>
              </a:lnSpc>
              <a:defRPr sz="7500" b="0" i="0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AD3D7D0-957B-1245-27F7-3F5DFB92D7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787" y="4458973"/>
            <a:ext cx="5573712" cy="1887212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buNone/>
              <a:defRPr sz="13248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86F8881D-F79B-1707-6B78-D5D2A8E65241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3034131C-1615-BABD-45D1-68C16A6ECA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9D8EFD39-C302-33F7-B7A1-57D475E81C61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FE2788DF-17E5-7FAD-B1ED-A8888F325B2D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6CC52CF8-FEB2-3D72-668D-46B1A1D6C3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4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ussentitel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CEDF84C3-F406-281C-49F8-320C471FC42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660DE0A5-FD2E-20E5-3F58-127502003C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9600" y="815950"/>
            <a:ext cx="8967600" cy="3571625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80000"/>
              </a:lnSpc>
              <a:defRPr sz="7500" b="0" i="0" spc="-1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AD3D7D0-957B-1245-27F7-3F5DFB92D7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9787" y="4458973"/>
            <a:ext cx="5573712" cy="1887212"/>
          </a:xfrm>
        </p:spPr>
        <p:txBody>
          <a:bodyPr lIns="0" tIns="0" rIns="0" bIns="0" anchor="b" anchorCtr="0">
            <a:noAutofit/>
          </a:bodyPr>
          <a:lstStyle>
            <a:lvl1pPr marL="0" indent="0" algn="r">
              <a:buNone/>
              <a:defRPr sz="13248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1324145C-5522-2DEB-1029-269EE4029D60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2511BACE-91C7-22CA-2654-658E62B04CAF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F93E655C-3D93-D3DF-3844-FBE5921EF93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EBE555FD-3A3A-2FFE-109C-EDB87793963D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D67DFB20-7865-2C34-E60A-6381C48AB1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63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Blokken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1065600"/>
            <a:ext cx="10339200" cy="21744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B19EFD-87EA-0217-AA51-3A04529309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3657600"/>
            <a:ext cx="3466800" cy="2440800"/>
          </a:xfrm>
          <a:solidFill>
            <a:schemeClr val="bg1"/>
          </a:solidFill>
        </p:spPr>
        <p:txBody>
          <a:bodyPr lIns="360000" tIns="1080000" rIns="360000" bIns="360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 baseline="0">
                <a:solidFill>
                  <a:srgbClr val="808080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8DC21EA7-2C98-7614-1557-9118EE79B3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04888" y="3898457"/>
            <a:ext cx="3466800" cy="602645"/>
          </a:xfrm>
        </p:spPr>
        <p:txBody>
          <a:bodyPr lIns="360000" tIns="0" rIns="360000" b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>
            <a:extLst>
              <a:ext uri="{FF2B5EF4-FFF2-40B4-BE49-F238E27FC236}">
                <a16:creationId xmlns:a16="http://schemas.microsoft.com/office/drawing/2014/main" id="{783D0F32-A30B-1D00-05C1-CCD4DBAD90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7600" y="3657600"/>
            <a:ext cx="3466800" cy="2440800"/>
          </a:xfrm>
          <a:solidFill>
            <a:schemeClr val="bg1"/>
          </a:solidFill>
        </p:spPr>
        <p:txBody>
          <a:bodyPr lIns="360000" tIns="1080000" rIns="360000" bIns="360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 baseline="0">
                <a:solidFill>
                  <a:srgbClr val="808080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8" name="Tijdelijke aanduiding voor tekst 9">
            <a:extLst>
              <a:ext uri="{FF2B5EF4-FFF2-40B4-BE49-F238E27FC236}">
                <a16:creationId xmlns:a16="http://schemas.microsoft.com/office/drawing/2014/main" id="{3BCEE4CA-4E4F-6270-976B-A1D9E21065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47600" y="3898457"/>
            <a:ext cx="3466800" cy="602645"/>
          </a:xfrm>
        </p:spPr>
        <p:txBody>
          <a:bodyPr lIns="360000" tIns="0" rIns="360000" b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9" name="Tijdelijke aanduiding voor tekst 4">
            <a:extLst>
              <a:ext uri="{FF2B5EF4-FFF2-40B4-BE49-F238E27FC236}">
                <a16:creationId xmlns:a16="http://schemas.microsoft.com/office/drawing/2014/main" id="{1D42F595-ABD5-1AFD-B14A-4CFE1031C6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7200" y="3657600"/>
            <a:ext cx="3466800" cy="2440800"/>
          </a:xfrm>
          <a:solidFill>
            <a:schemeClr val="bg1"/>
          </a:solidFill>
        </p:spPr>
        <p:txBody>
          <a:bodyPr lIns="360000" tIns="1080000" rIns="360000" bIns="360000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00" baseline="0">
                <a:solidFill>
                  <a:srgbClr val="808080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Tijdelijke aanduiding voor tekst 9">
            <a:extLst>
              <a:ext uri="{FF2B5EF4-FFF2-40B4-BE49-F238E27FC236}">
                <a16:creationId xmlns:a16="http://schemas.microsoft.com/office/drawing/2014/main" id="{10EEC4EF-C288-B39F-3B12-4DF19B1069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7200" y="3898457"/>
            <a:ext cx="3466800" cy="602645"/>
          </a:xfrm>
        </p:spPr>
        <p:txBody>
          <a:bodyPr lIns="360000" tIns="0" rIns="360000" bIns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8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988DBAFE-551E-878A-2EC4-816B0FFEE821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5218C395-3756-A4C9-DD4A-0B5AC5C718DB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91164ADA-C937-E165-6FAB-504D6F16D30D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CFE0853D-409B-8BF3-8BF2-82E05570A5A0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337B7AA-7EA9-359C-5521-5827633138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820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Bullets+Foto-2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45099"/>
            <a:ext cx="3254399" cy="2257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5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3" name="Tijdelijke aanduiding voor afbeelding 9">
            <a:extLst>
              <a:ext uri="{FF2B5EF4-FFF2-40B4-BE49-F238E27FC236}">
                <a16:creationId xmlns:a16="http://schemas.microsoft.com/office/drawing/2014/main" id="{60087A41-A5EC-D07C-3CD5-A457A1DB2B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99200" y="0"/>
            <a:ext cx="5992797" cy="6858000"/>
          </a:xfrm>
        </p:spPr>
        <p:txBody>
          <a:bodyPr/>
          <a:lstStyle/>
          <a:p>
            <a:pPr>
              <a:defRPr/>
            </a:pPr>
            <a:r>
              <a:rPr lang="nl-NL"/>
              <a:t>Klik op het pictogram als u een afbeelding wilt toevoegen</a:t>
            </a:r>
            <a:endParaRPr lang="nl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BCDE7FC-0C44-A064-09B3-3117D50850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4399" y="4263061"/>
            <a:ext cx="4215600" cy="1658938"/>
          </a:xfrm>
        </p:spPr>
        <p:txBody>
          <a:bodyPr lIns="0" tIns="0" rIns="0" bIns="0" anchor="b" anchorCtr="0">
            <a:noAutofit/>
          </a:bodyPr>
          <a:lstStyle>
            <a:lvl1pPr marL="144000" indent="-144000">
              <a:lnSpc>
                <a:spcPct val="100000"/>
              </a:lnSpc>
              <a:spcBef>
                <a:spcPts val="500"/>
              </a:spcBef>
              <a:defRPr sz="1400" baseline="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500"/>
              </a:spcBef>
              <a:defRPr sz="1400" baseline="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500"/>
              </a:spcBef>
              <a:defRPr sz="1400" baseline="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500"/>
              </a:spcBef>
              <a:defRPr sz="1400" baseline="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500"/>
              </a:spcBef>
              <a:defRPr sz="14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F9AC009F-392E-316A-860F-AAFE49FF27D5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D4E820E8-F1F4-2D57-1471-D3BF4A0D07A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C73990EA-0B72-F1DD-7B8B-CC8D6777B15D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0634129D-0DFA-0CAB-AA88-B8FB1131A1D0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BB5BB08-1D1C-7BB9-DECA-22DF01D7E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86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ekst+Titel+Tabel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945099"/>
            <a:ext cx="3254399" cy="2257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500" b="0" i="0" spc="-100" baseline="0">
                <a:solidFill>
                  <a:schemeClr val="tx1"/>
                </a:solidFill>
                <a:latin typeface="+mj-lt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8E09B610-706F-00F4-CB6B-5B093A913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400" y="4716019"/>
            <a:ext cx="3254399" cy="1231181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B40C2C9-03EA-2B8E-3549-F7BFD74933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65600" y="1170000"/>
            <a:ext cx="3506400" cy="799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8CD4F594-FEFA-A8D9-B8E6-F8BA6729662F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465888" y="1969200"/>
            <a:ext cx="4471200" cy="4107600"/>
          </a:xfrm>
        </p:spPr>
        <p:txBody>
          <a:bodyPr/>
          <a:lstStyle/>
          <a:p>
            <a:pPr>
              <a:defRPr/>
            </a:pPr>
            <a:r>
              <a:rPr lang="nl-NL"/>
              <a:t>Klik op het pictogram als u een tabel wilt toevoegen</a:t>
            </a:r>
            <a:endParaRPr lang="nl-BE"/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691C957E-997C-BAA7-4B47-1BEDFC8B28D1}"/>
              </a:ext>
            </a:extLst>
          </p:cNvPr>
          <p:cNvCxnSpPr>
            <a:cxnSpLocks/>
          </p:cNvCxnSpPr>
          <p:nvPr/>
        </p:nvCxnSpPr>
        <p:spPr>
          <a:xfrm>
            <a:off x="5932800" y="733506"/>
            <a:ext cx="0" cy="55584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4E0F6E71-238C-63EF-20E2-A76DB4B0EC93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17B4B5F-D3EE-A491-F34F-BFF1A3686FC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0AAE1710-8390-3C77-1ABE-2EA94E3F0B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A619906A-C6F6-3DFF-1C1D-80FC876DD965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607E3E34-76D7-69EB-8676-657B0F8920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DCB5D811-BFC0-13B2-72DD-26274DDFB9A0}"/>
              </a:ext>
            </a:extLst>
          </p:cNvPr>
          <p:cNvCxnSpPr>
            <a:cxnSpLocks/>
          </p:cNvCxnSpPr>
          <p:nvPr userDrawn="1"/>
        </p:nvCxnSpPr>
        <p:spPr>
          <a:xfrm>
            <a:off x="5932800" y="733506"/>
            <a:ext cx="0" cy="55584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603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Grafiek x2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3" name="Tijdelijke aanduiding voor grafiek 8">
            <a:extLst>
              <a:ext uri="{FF2B5EF4-FFF2-40B4-BE49-F238E27FC236}">
                <a16:creationId xmlns:a16="http://schemas.microsoft.com/office/drawing/2014/main" id="{C56831EE-0649-6D7D-1F5A-A24C85F9C64F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65600" y="3124800"/>
            <a:ext cx="4654800" cy="2822400"/>
          </a:xfr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nl-NL"/>
              <a:t>Klik op het pictogram als u een grafiek wilt toevoegen</a:t>
            </a:r>
            <a:endParaRPr lang="nl-BE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B40C2C9-03EA-2B8E-3549-F7BFD74933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65600" y="1170000"/>
            <a:ext cx="3506400" cy="1062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ijdelijke aanduiding voor grafiek 8">
            <a:extLst>
              <a:ext uri="{FF2B5EF4-FFF2-40B4-BE49-F238E27FC236}">
                <a16:creationId xmlns:a16="http://schemas.microsoft.com/office/drawing/2014/main" id="{2AF8547A-341E-D908-0C84-611EB0EFD7D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004400" y="3124800"/>
            <a:ext cx="4654800" cy="2822400"/>
          </a:xfrm>
        </p:spPr>
        <p:txBody>
          <a:bodyPr lIns="0" tIns="0" rIns="0" bIns="0">
            <a:noAutofit/>
          </a:bodyPr>
          <a:lstStyle/>
          <a:p>
            <a:pPr>
              <a:defRPr/>
            </a:pPr>
            <a:r>
              <a:rPr lang="nl-NL"/>
              <a:t>Klik op het pictogram als u een grafiek wilt toevoegen</a:t>
            </a:r>
            <a:endParaRPr lang="nl-BE"/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686E937F-8DA3-9598-0B28-96F4193DAE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4400" y="1170000"/>
            <a:ext cx="3506400" cy="1062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DA9EB5BE-8AEC-EF51-56EF-45AD7BC0F721}"/>
              </a:ext>
            </a:extLst>
          </p:cNvPr>
          <p:cNvCxnSpPr>
            <a:cxnSpLocks/>
          </p:cNvCxnSpPr>
          <p:nvPr/>
        </p:nvCxnSpPr>
        <p:spPr>
          <a:xfrm>
            <a:off x="5932800" y="727200"/>
            <a:ext cx="0" cy="55584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BFE51A55-3E25-BA86-ED46-5AFBF545E3D3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1624B416-9D07-E263-C0EB-AC37E470DBD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5E559C77-3B2B-1EB6-FE9F-3E54404F360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AA45F86D-6D1D-C8D3-1688-0C1ACB70AF92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C990BA94-C3EE-4294-A797-7E93479912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CFCB9C12-66A9-2DCC-86FA-DCC66D87E1B6}"/>
              </a:ext>
            </a:extLst>
          </p:cNvPr>
          <p:cNvCxnSpPr>
            <a:cxnSpLocks/>
          </p:cNvCxnSpPr>
          <p:nvPr userDrawn="1"/>
        </p:nvCxnSpPr>
        <p:spPr>
          <a:xfrm>
            <a:off x="5932800" y="727200"/>
            <a:ext cx="0" cy="55584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930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Grafie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grafiek 8">
            <a:extLst>
              <a:ext uri="{FF2B5EF4-FFF2-40B4-BE49-F238E27FC236}">
                <a16:creationId xmlns:a16="http://schemas.microsoft.com/office/drawing/2014/main" id="{2AF8547A-341E-D908-0C84-611EB0EFD7D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004399" y="3124800"/>
            <a:ext cx="10115991" cy="2822400"/>
          </a:xfrm>
        </p:spPr>
        <p:txBody>
          <a:bodyPr lIns="0" tIns="0" rIns="0" bIns="0">
            <a:no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nl-NL"/>
              <a:t>Klik op het pictogram als u een grafiek wilt toevoegen</a:t>
            </a:r>
            <a:endParaRPr lang="nl-BE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sp>
        <p:nvSpPr>
          <p:cNvPr id="5" name="Tijdelijke aanduiding voor tekst 8">
            <a:extLst>
              <a:ext uri="{FF2B5EF4-FFF2-40B4-BE49-F238E27FC236}">
                <a16:creationId xmlns:a16="http://schemas.microsoft.com/office/drawing/2014/main" id="{686E937F-8DA3-9598-0B28-96F4193DAE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04400" y="1170000"/>
            <a:ext cx="5091600" cy="10620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2000" spc="-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1067DC9-F630-C86A-2FE9-0987B5DE554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9FEBB3FE-278A-1C90-6AB3-2DB32C9F1616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8D30455E-3790-E6B6-57E7-7A69EED65772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D4BDAA34-6C27-DCC3-FCC9-71B25F5AC2AC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E63032E4-2FD4-14B0-7D65-331E9B0FA09D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B1EB7436-0FDF-A1DF-40FF-AF2F9907C4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2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Quote">
    <p:bg>
      <p:bgPr>
        <a:solidFill>
          <a:srgbClr val="F4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2390400"/>
            <a:ext cx="9892800" cy="24048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8E09B610-706F-00F4-CB6B-5B093A913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05200" y="1069200"/>
            <a:ext cx="3380400" cy="8028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6474BD-86B1-C50A-18E8-3E298135BC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08800" y="5839199"/>
            <a:ext cx="3427200" cy="233985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None/>
              <a:defRPr sz="1400" baseline="0"/>
            </a:lvl1pPr>
          </a:lstStyle>
          <a:p>
            <a:pPr lvl="0"/>
            <a:r>
              <a:rPr lang="nl-BE"/>
              <a:t>Naam Voornaam, functie</a:t>
            </a:r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95BA35E0-5A64-8456-8F43-EDB16BA6192C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39CF2127-A504-BD40-4BE9-F168DBC52633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7FDDE227-2D43-11E1-225C-4ADD1B3134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2C2792F5-2D56-EB3B-4657-53E172271BEB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05BB89A2-F46A-71D9-DC15-8E4095AC1D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88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rtelAgency-Sentence">
    <p:bg>
      <p:bgPr>
        <a:solidFill>
          <a:srgbClr val="F4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2390400"/>
            <a:ext cx="9892800" cy="24048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5000" b="1" i="0" spc="-100" baseline="0">
                <a:solidFill>
                  <a:schemeClr val="tx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8E09B610-706F-00F4-CB6B-5B093A913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4586" y="2107721"/>
            <a:ext cx="3682827" cy="201136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tx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566344199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rtelAgency-Sentence-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0" y="2390400"/>
            <a:ext cx="9892800" cy="2404800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5000" b="1" i="0" spc="-100"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8E09B610-706F-00F4-CB6B-5B093A9133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54586" y="2107721"/>
            <a:ext cx="3682827" cy="201136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801E8849-E684-8383-2990-41AB626C8A4C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E88CED55-24B6-DAE9-A3BF-86C620C1BD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40170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Genummerde Blokk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1" y="945100"/>
            <a:ext cx="9658800" cy="92623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500" b="0" i="0" spc="-100"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9A26A1D-858F-848C-E09D-1D0EA95AF5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4232560B-7DD2-7A9B-7DD1-DD809877AA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18800" y="2104845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17" name="Tijdelijke aanduiding voor tekst 9">
            <a:extLst>
              <a:ext uri="{FF2B5EF4-FFF2-40B4-BE49-F238E27FC236}">
                <a16:creationId xmlns:a16="http://schemas.microsoft.com/office/drawing/2014/main" id="{030031D5-A331-ABDA-290D-E424C90131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18800" y="3522525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18" name="Tijdelijke aanduiding voor tekst 9">
            <a:extLst>
              <a:ext uri="{FF2B5EF4-FFF2-40B4-BE49-F238E27FC236}">
                <a16:creationId xmlns:a16="http://schemas.microsoft.com/office/drawing/2014/main" id="{F635B032-D47C-D034-283A-AB3445AC93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8800" y="4954368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20" name="Tijdelijke aanduiding voor tekst 9">
            <a:extLst>
              <a:ext uri="{FF2B5EF4-FFF2-40B4-BE49-F238E27FC236}">
                <a16:creationId xmlns:a16="http://schemas.microsoft.com/office/drawing/2014/main" id="{64E7E055-F454-AED5-2ADF-D299312B4B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9200" y="2104845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22" name="Tijdelijke aanduiding voor tekst 9">
            <a:extLst>
              <a:ext uri="{FF2B5EF4-FFF2-40B4-BE49-F238E27FC236}">
                <a16:creationId xmlns:a16="http://schemas.microsoft.com/office/drawing/2014/main" id="{0B6791A1-4C55-D229-B2B9-457B3C877CB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69200" y="3522525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23" name="Tijdelijke aanduiding voor tekst 9">
            <a:extLst>
              <a:ext uri="{FF2B5EF4-FFF2-40B4-BE49-F238E27FC236}">
                <a16:creationId xmlns:a16="http://schemas.microsoft.com/office/drawing/2014/main" id="{0EBBC617-85A7-CA9C-963C-854EBF5DB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69200" y="4954368"/>
            <a:ext cx="1146175" cy="9144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282" b="1" i="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BE"/>
              <a:t>XX</a:t>
            </a:r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A5B62E86-6825-8BB4-2E45-1F13C15173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18800" y="2111970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8" name="Tijdelijke aanduiding voor tekst 27">
            <a:extLst>
              <a:ext uri="{FF2B5EF4-FFF2-40B4-BE49-F238E27FC236}">
                <a16:creationId xmlns:a16="http://schemas.microsoft.com/office/drawing/2014/main" id="{FE0A197A-4129-65C2-9A92-2FE291F2F4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18800" y="2491837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9" name="Tijdelijke aanduiding voor tekst 24">
            <a:extLst>
              <a:ext uri="{FF2B5EF4-FFF2-40B4-BE49-F238E27FC236}">
                <a16:creationId xmlns:a16="http://schemas.microsoft.com/office/drawing/2014/main" id="{1AF919B7-1E7B-5A59-5090-6CD7BA423F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18800" y="3534370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Tijdelijke aanduiding voor tekst 27">
            <a:extLst>
              <a:ext uri="{FF2B5EF4-FFF2-40B4-BE49-F238E27FC236}">
                <a16:creationId xmlns:a16="http://schemas.microsoft.com/office/drawing/2014/main" id="{4B5D711B-1667-AD6C-09F4-5B1EAB3831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818800" y="3914237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1" name="Tijdelijke aanduiding voor tekst 24">
            <a:extLst>
              <a:ext uri="{FF2B5EF4-FFF2-40B4-BE49-F238E27FC236}">
                <a16:creationId xmlns:a16="http://schemas.microsoft.com/office/drawing/2014/main" id="{91C6814B-678E-83E6-E4C3-19E1F70C9A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18800" y="4951878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2" name="Tijdelijke aanduiding voor tekst 27">
            <a:extLst>
              <a:ext uri="{FF2B5EF4-FFF2-40B4-BE49-F238E27FC236}">
                <a16:creationId xmlns:a16="http://schemas.microsoft.com/office/drawing/2014/main" id="{7AAE8C47-15EA-3BD4-B851-A2D92D849B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818800" y="5331745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3" name="Tijdelijke aanduiding voor tekst 24">
            <a:extLst>
              <a:ext uri="{FF2B5EF4-FFF2-40B4-BE49-F238E27FC236}">
                <a16:creationId xmlns:a16="http://schemas.microsoft.com/office/drawing/2014/main" id="{06944940-A49F-D262-D6F2-BB66A8A6ED1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283600" y="2111970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4" name="Tijdelijke aanduiding voor tekst 27">
            <a:extLst>
              <a:ext uri="{FF2B5EF4-FFF2-40B4-BE49-F238E27FC236}">
                <a16:creationId xmlns:a16="http://schemas.microsoft.com/office/drawing/2014/main" id="{DD310E29-7F19-B4A0-19E8-3686FB8BAF0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83600" y="2491837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5" name="Tijdelijke aanduiding voor tekst 24">
            <a:extLst>
              <a:ext uri="{FF2B5EF4-FFF2-40B4-BE49-F238E27FC236}">
                <a16:creationId xmlns:a16="http://schemas.microsoft.com/office/drawing/2014/main" id="{8C8F6DC4-1D98-7B2F-3A72-6644735733C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283600" y="3534370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6" name="Tijdelijke aanduiding voor tekst 27">
            <a:extLst>
              <a:ext uri="{FF2B5EF4-FFF2-40B4-BE49-F238E27FC236}">
                <a16:creationId xmlns:a16="http://schemas.microsoft.com/office/drawing/2014/main" id="{412E314E-8328-B57E-F343-AC54F5CD8DD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83600" y="3914237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7" name="Tijdelijke aanduiding voor tekst 24">
            <a:extLst>
              <a:ext uri="{FF2B5EF4-FFF2-40B4-BE49-F238E27FC236}">
                <a16:creationId xmlns:a16="http://schemas.microsoft.com/office/drawing/2014/main" id="{C23CBB79-42AA-9950-A359-C167705A1F4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83600" y="4951878"/>
            <a:ext cx="25416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buNone/>
              <a:defRPr sz="1400" b="1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8" name="Tijdelijke aanduiding voor tekst 27">
            <a:extLst>
              <a:ext uri="{FF2B5EF4-FFF2-40B4-BE49-F238E27FC236}">
                <a16:creationId xmlns:a16="http://schemas.microsoft.com/office/drawing/2014/main" id="{962FA11C-B55F-9078-497F-0B1DD3578F3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283600" y="5331745"/>
            <a:ext cx="2542663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aseline="0">
                <a:solidFill>
                  <a:schemeClr val="bg2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362D5B9E-C33A-8E01-CB84-B4C28C6059A2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00767344-A27A-DEC2-C752-226E6D592CC9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151FCBA9-98C6-08AF-8297-8168D05717C2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A4E97CA0-935E-C57B-253D-89E01185CCEB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61033AA-92F7-EC1E-7B90-71A2D163AC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219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Oplijst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59200" y="-283608"/>
            <a:ext cx="8755200" cy="74448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 i="0" spc="-100" baseline="0">
                <a:solidFill>
                  <a:schemeClr val="bg2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57F9559-33FB-FFCD-2DC9-17D4389CF4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41079223-A603-19F2-70FE-8C14FBD9E3B8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1F6622E0-F4BE-4017-1344-F960DE2CC628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F908DF8C-3F8B-7A00-002B-7ACA4629AD36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96685DDF-41E9-7EC1-45EB-1747033A3560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785B6611-AC19-66FB-2287-15602F3F8C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75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itel+Time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al 18">
            <a:extLst>
              <a:ext uri="{FF2B5EF4-FFF2-40B4-BE49-F238E27FC236}">
                <a16:creationId xmlns:a16="http://schemas.microsoft.com/office/drawing/2014/main" id="{F3BAA68C-0125-E72E-ABC8-35C8B95363EE}"/>
              </a:ext>
            </a:extLst>
          </p:cNvPr>
          <p:cNvSpPr/>
          <p:nvPr/>
        </p:nvSpPr>
        <p:spPr>
          <a:xfrm>
            <a:off x="10043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D2B61971-8CD2-1DFF-0435-34BE988CFF37}"/>
              </a:ext>
            </a:extLst>
          </p:cNvPr>
          <p:cNvSpPr/>
          <p:nvPr/>
        </p:nvSpPr>
        <p:spPr>
          <a:xfrm>
            <a:off x="36575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4" name="Ovaal 23">
            <a:extLst>
              <a:ext uri="{FF2B5EF4-FFF2-40B4-BE49-F238E27FC236}">
                <a16:creationId xmlns:a16="http://schemas.microsoft.com/office/drawing/2014/main" id="{D060102E-3A84-8ACD-0019-578685E2259D}"/>
              </a:ext>
            </a:extLst>
          </p:cNvPr>
          <p:cNvSpPr/>
          <p:nvPr/>
        </p:nvSpPr>
        <p:spPr>
          <a:xfrm>
            <a:off x="63107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6" name="Boog 25">
            <a:extLst>
              <a:ext uri="{FF2B5EF4-FFF2-40B4-BE49-F238E27FC236}">
                <a16:creationId xmlns:a16="http://schemas.microsoft.com/office/drawing/2014/main" id="{3C6AD352-E572-B121-2C6A-3A0F505D4B3C}"/>
              </a:ext>
            </a:extLst>
          </p:cNvPr>
          <p:cNvSpPr/>
          <p:nvPr/>
        </p:nvSpPr>
        <p:spPr>
          <a:xfrm rot="16200000">
            <a:off x="8963999" y="3214800"/>
            <a:ext cx="2653200" cy="2653200"/>
          </a:xfrm>
          <a:prstGeom prst="arc">
            <a:avLst/>
          </a:prstGeom>
          <a:ln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7" name="Rechthoek 26">
            <a:extLst>
              <a:ext uri="{FF2B5EF4-FFF2-40B4-BE49-F238E27FC236}">
                <a16:creationId xmlns:a16="http://schemas.microsoft.com/office/drawing/2014/main" id="{28487EF9-558A-04BE-3900-72DB814F31E3}"/>
              </a:ext>
            </a:extLst>
          </p:cNvPr>
          <p:cNvSpPr/>
          <p:nvPr/>
        </p:nvSpPr>
        <p:spPr>
          <a:xfrm>
            <a:off x="843013" y="4541016"/>
            <a:ext cx="10013550" cy="15717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bg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401" y="945100"/>
            <a:ext cx="5091591" cy="92623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89A26A1D-858F-848C-E09D-1D0EA95AF5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29" name="Tijdelijke aanduiding voor tekst 24">
            <a:extLst>
              <a:ext uri="{FF2B5EF4-FFF2-40B4-BE49-F238E27FC236}">
                <a16:creationId xmlns:a16="http://schemas.microsoft.com/office/drawing/2014/main" id="{1AF919B7-1E7B-5A59-5090-6CD7BA423F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4400" y="4901265"/>
            <a:ext cx="21600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buNone/>
              <a:defRPr sz="194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0" name="Tijdelijke aanduiding voor tekst 27">
            <a:extLst>
              <a:ext uri="{FF2B5EF4-FFF2-40B4-BE49-F238E27FC236}">
                <a16:creationId xmlns:a16="http://schemas.microsoft.com/office/drawing/2014/main" id="{4B5D711B-1667-AD6C-09F4-5B1EAB3831A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4400" y="5479200"/>
            <a:ext cx="2160000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9" name="Ovaal 38">
            <a:extLst>
              <a:ext uri="{FF2B5EF4-FFF2-40B4-BE49-F238E27FC236}">
                <a16:creationId xmlns:a16="http://schemas.microsoft.com/office/drawing/2014/main" id="{FCC36813-AD53-AFC5-F1BC-58AF5C548AF2}"/>
              </a:ext>
            </a:extLst>
          </p:cNvPr>
          <p:cNvSpPr/>
          <p:nvPr/>
        </p:nvSpPr>
        <p:spPr>
          <a:xfrm>
            <a:off x="970578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0" name="Ovaal 39">
            <a:extLst>
              <a:ext uri="{FF2B5EF4-FFF2-40B4-BE49-F238E27FC236}">
                <a16:creationId xmlns:a16="http://schemas.microsoft.com/office/drawing/2014/main" id="{F780B9E8-DC1A-0127-ACEB-AA6BC03BE352}"/>
              </a:ext>
            </a:extLst>
          </p:cNvPr>
          <p:cNvSpPr/>
          <p:nvPr/>
        </p:nvSpPr>
        <p:spPr>
          <a:xfrm>
            <a:off x="3620788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1" name="Ovaal 40">
            <a:extLst>
              <a:ext uri="{FF2B5EF4-FFF2-40B4-BE49-F238E27FC236}">
                <a16:creationId xmlns:a16="http://schemas.microsoft.com/office/drawing/2014/main" id="{FA9049AF-7881-2B58-79F9-47409E7921CC}"/>
              </a:ext>
            </a:extLst>
          </p:cNvPr>
          <p:cNvSpPr/>
          <p:nvPr/>
        </p:nvSpPr>
        <p:spPr>
          <a:xfrm>
            <a:off x="6278747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3" name="Ovaal 42">
            <a:extLst>
              <a:ext uri="{FF2B5EF4-FFF2-40B4-BE49-F238E27FC236}">
                <a16:creationId xmlns:a16="http://schemas.microsoft.com/office/drawing/2014/main" id="{483EB440-5EB9-1FDF-7A8B-386CC2BBE36A}"/>
              </a:ext>
            </a:extLst>
          </p:cNvPr>
          <p:cNvSpPr/>
          <p:nvPr/>
        </p:nvSpPr>
        <p:spPr>
          <a:xfrm>
            <a:off x="8928957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Tijdelijke aanduiding voor tekst 24">
            <a:extLst>
              <a:ext uri="{FF2B5EF4-FFF2-40B4-BE49-F238E27FC236}">
                <a16:creationId xmlns:a16="http://schemas.microsoft.com/office/drawing/2014/main" id="{D239FF35-1C7F-689D-8F28-6181833286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54610" y="4901265"/>
            <a:ext cx="21600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buNone/>
              <a:defRPr sz="194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6" name="Tijdelijke aanduiding voor tekst 27">
            <a:extLst>
              <a:ext uri="{FF2B5EF4-FFF2-40B4-BE49-F238E27FC236}">
                <a16:creationId xmlns:a16="http://schemas.microsoft.com/office/drawing/2014/main" id="{F67AED0B-40BC-1317-666C-72C46B0336D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654610" y="5479200"/>
            <a:ext cx="2160000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7" name="Tijdelijke aanduiding voor tekst 24">
            <a:extLst>
              <a:ext uri="{FF2B5EF4-FFF2-40B4-BE49-F238E27FC236}">
                <a16:creationId xmlns:a16="http://schemas.microsoft.com/office/drawing/2014/main" id="{D22C936B-B60E-B484-F33F-20E4E9B6D6F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2570" y="4901265"/>
            <a:ext cx="21600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buNone/>
              <a:defRPr sz="194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8" name="Tijdelijke aanduiding voor tekst 27">
            <a:extLst>
              <a:ext uri="{FF2B5EF4-FFF2-40B4-BE49-F238E27FC236}">
                <a16:creationId xmlns:a16="http://schemas.microsoft.com/office/drawing/2014/main" id="{F98D6823-B11A-2A50-4771-357E0C338A9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12570" y="5479200"/>
            <a:ext cx="2160000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9" name="Tijdelijke aanduiding voor tekst 24">
            <a:extLst>
              <a:ext uri="{FF2B5EF4-FFF2-40B4-BE49-F238E27FC236}">
                <a16:creationId xmlns:a16="http://schemas.microsoft.com/office/drawing/2014/main" id="{FA4AA85D-757A-6866-023C-026F016D232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70529" y="4901265"/>
            <a:ext cx="2160000" cy="275900"/>
          </a:xfr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buNone/>
              <a:defRPr sz="194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sz="1400" b="1" i="0" baseline="0">
                <a:solidFill>
                  <a:schemeClr val="bg1"/>
                </a:solidFill>
                <a:latin typeface="+mj-lt"/>
              </a:defRPr>
            </a:lvl2pPr>
            <a:lvl3pPr>
              <a:defRPr sz="1400" b="1" i="0" baseline="0">
                <a:solidFill>
                  <a:schemeClr val="bg1"/>
                </a:solidFill>
                <a:latin typeface="+mj-lt"/>
              </a:defRPr>
            </a:lvl3pPr>
            <a:lvl4pPr>
              <a:defRPr sz="1400" b="1" i="0" baseline="0">
                <a:solidFill>
                  <a:schemeClr val="bg1"/>
                </a:solidFill>
                <a:latin typeface="+mj-lt"/>
              </a:defRPr>
            </a:lvl4pPr>
            <a:lvl5pPr>
              <a:defRPr sz="1400" b="1" i="0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0" name="Tijdelijke aanduiding voor tekst 27">
            <a:extLst>
              <a:ext uri="{FF2B5EF4-FFF2-40B4-BE49-F238E27FC236}">
                <a16:creationId xmlns:a16="http://schemas.microsoft.com/office/drawing/2014/main" id="{3E0D8BB2-4FB5-E20A-2233-4912925F62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970529" y="5479200"/>
            <a:ext cx="2160000" cy="52740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</a:defRPr>
            </a:lvl1pPr>
            <a:lvl2pPr>
              <a:defRPr sz="1000" baseline="0">
                <a:solidFill>
                  <a:schemeClr val="bg2"/>
                </a:solidFill>
              </a:defRPr>
            </a:lvl2pPr>
            <a:lvl3pPr>
              <a:defRPr sz="1000" baseline="0">
                <a:solidFill>
                  <a:schemeClr val="bg2"/>
                </a:solidFill>
              </a:defRPr>
            </a:lvl3pPr>
            <a:lvl4pPr>
              <a:defRPr sz="1000" baseline="0">
                <a:solidFill>
                  <a:schemeClr val="bg2"/>
                </a:solidFill>
              </a:defRPr>
            </a:lvl4pPr>
            <a:lvl5pPr>
              <a:defRPr sz="10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1" name="Tijdelijke aanduiding voor tekst 4">
            <a:extLst>
              <a:ext uri="{FF2B5EF4-FFF2-40B4-BE49-F238E27FC236}">
                <a16:creationId xmlns:a16="http://schemas.microsoft.com/office/drawing/2014/main" id="{C25BDAA9-B980-A68D-8930-FE2A7040FC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032742"/>
            <a:ext cx="5032800" cy="1079909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spc="-100" baseline="0">
                <a:solidFill>
                  <a:schemeClr val="bg1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Ovaal 2">
            <a:extLst>
              <a:ext uri="{FF2B5EF4-FFF2-40B4-BE49-F238E27FC236}">
                <a16:creationId xmlns:a16="http://schemas.microsoft.com/office/drawing/2014/main" id="{0AF75948-CF35-9216-3F86-845F66273343}"/>
              </a:ext>
            </a:extLst>
          </p:cNvPr>
          <p:cNvSpPr/>
          <p:nvPr userDrawn="1"/>
        </p:nvSpPr>
        <p:spPr>
          <a:xfrm>
            <a:off x="10043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AE2F469D-9031-8806-C8B0-97ECB2C8BD5E}"/>
              </a:ext>
            </a:extLst>
          </p:cNvPr>
          <p:cNvSpPr/>
          <p:nvPr userDrawn="1"/>
        </p:nvSpPr>
        <p:spPr>
          <a:xfrm>
            <a:off x="36575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724067FF-7C02-394C-E273-46954F9BDA94}"/>
              </a:ext>
            </a:extLst>
          </p:cNvPr>
          <p:cNvSpPr/>
          <p:nvPr userDrawn="1"/>
        </p:nvSpPr>
        <p:spPr>
          <a:xfrm>
            <a:off x="6310799" y="3214800"/>
            <a:ext cx="2653200" cy="2653200"/>
          </a:xfrm>
          <a:prstGeom prst="ellipse">
            <a:avLst/>
          </a:prstGeom>
          <a:noFill/>
          <a:ln w="635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Boog 8">
            <a:extLst>
              <a:ext uri="{FF2B5EF4-FFF2-40B4-BE49-F238E27FC236}">
                <a16:creationId xmlns:a16="http://schemas.microsoft.com/office/drawing/2014/main" id="{300F6039-3BE1-6EC2-5242-8B24143ADCD5}"/>
              </a:ext>
            </a:extLst>
          </p:cNvPr>
          <p:cNvSpPr/>
          <p:nvPr userDrawn="1"/>
        </p:nvSpPr>
        <p:spPr>
          <a:xfrm rot="16200000">
            <a:off x="8963999" y="3214800"/>
            <a:ext cx="2653200" cy="2653200"/>
          </a:xfrm>
          <a:prstGeom prst="arc">
            <a:avLst/>
          </a:prstGeom>
          <a:ln>
            <a:solidFill>
              <a:schemeClr val="accent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D013939D-85DA-D44D-8350-BC32CEB949BD}"/>
              </a:ext>
            </a:extLst>
          </p:cNvPr>
          <p:cNvSpPr/>
          <p:nvPr userDrawn="1"/>
        </p:nvSpPr>
        <p:spPr>
          <a:xfrm>
            <a:off x="843013" y="4541016"/>
            <a:ext cx="10013550" cy="15717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F7BFF8E0-DBA6-4084-E367-3919707E215D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49FD2184-27EF-300F-C2E9-56CE08216363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17">
            <a:extLst>
              <a:ext uri="{FF2B5EF4-FFF2-40B4-BE49-F238E27FC236}">
                <a16:creationId xmlns:a16="http://schemas.microsoft.com/office/drawing/2014/main" id="{3C9E8BE2-8761-8EBA-CFBD-E3B7A4DACD7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E78975D8-F36F-4309-6387-9B443C5587D3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bg1"/>
                </a:solidFill>
              </a:rPr>
              <a:t>Cartel Agency</a:t>
            </a:r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17595E6F-6415-4F08-9589-FECBFE2167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23" name="Ovaal 22">
            <a:extLst>
              <a:ext uri="{FF2B5EF4-FFF2-40B4-BE49-F238E27FC236}">
                <a16:creationId xmlns:a16="http://schemas.microsoft.com/office/drawing/2014/main" id="{84ED7A08-5B35-912D-263A-9F086CF50988}"/>
              </a:ext>
            </a:extLst>
          </p:cNvPr>
          <p:cNvSpPr/>
          <p:nvPr userDrawn="1"/>
        </p:nvSpPr>
        <p:spPr>
          <a:xfrm>
            <a:off x="970578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5" name="Ovaal 24">
            <a:extLst>
              <a:ext uri="{FF2B5EF4-FFF2-40B4-BE49-F238E27FC236}">
                <a16:creationId xmlns:a16="http://schemas.microsoft.com/office/drawing/2014/main" id="{34BE4114-6662-66DE-1C6B-DE2261D7793E}"/>
              </a:ext>
            </a:extLst>
          </p:cNvPr>
          <p:cNvSpPr/>
          <p:nvPr userDrawn="1"/>
        </p:nvSpPr>
        <p:spPr>
          <a:xfrm>
            <a:off x="3620788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57E2618-E6EB-8E2A-C96E-DFCA870BF9BD}"/>
              </a:ext>
            </a:extLst>
          </p:cNvPr>
          <p:cNvSpPr/>
          <p:nvPr userDrawn="1"/>
        </p:nvSpPr>
        <p:spPr>
          <a:xfrm>
            <a:off x="6278747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22C1350C-D871-EE10-0105-1961E6D1560E}"/>
              </a:ext>
            </a:extLst>
          </p:cNvPr>
          <p:cNvSpPr/>
          <p:nvPr userDrawn="1"/>
        </p:nvSpPr>
        <p:spPr>
          <a:xfrm>
            <a:off x="8928957" y="4499530"/>
            <a:ext cx="72000" cy="72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58837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End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9D774DFC-F53D-33C8-F962-649995C007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04397" y="487902"/>
            <a:ext cx="7056000" cy="29484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800" b="0" i="0" spc="-100" baseline="0">
                <a:solidFill>
                  <a:schemeClr val="bg1"/>
                </a:solidFill>
                <a:latin typeface="+mj-lt"/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  <a:lvl3pPr>
              <a:defRPr baseline="0">
                <a:solidFill>
                  <a:schemeClr val="bg1"/>
                </a:solidFill>
              </a:defRPr>
            </a:lvl3pPr>
            <a:lvl4pPr>
              <a:defRPr baseline="0">
                <a:solidFill>
                  <a:schemeClr val="bg1"/>
                </a:solidFill>
              </a:defRPr>
            </a:lvl4pPr>
            <a:lvl5pPr>
              <a:defRPr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1" name="Tijdelijke aanduiding voor tekst 4">
            <a:extLst>
              <a:ext uri="{FF2B5EF4-FFF2-40B4-BE49-F238E27FC236}">
                <a16:creationId xmlns:a16="http://schemas.microsoft.com/office/drawing/2014/main" id="{C25BDAA9-B980-A68D-8930-FE2A7040FC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3200" y="5284800"/>
            <a:ext cx="1638000" cy="72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i="0" baseline="0">
                <a:solidFill>
                  <a:schemeClr val="bg2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pic>
        <p:nvPicPr>
          <p:cNvPr id="3" name="Graphic 25">
            <a:extLst>
              <a:ext uri="{FF2B5EF4-FFF2-40B4-BE49-F238E27FC236}">
                <a16:creationId xmlns:a16="http://schemas.microsoft.com/office/drawing/2014/main" id="{0B89B1D5-A8C5-DF0C-2D89-C5AEFED87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4400" y="5767875"/>
            <a:ext cx="1915200" cy="181988"/>
          </a:xfrm>
          <a:prstGeom prst="rect">
            <a:avLst/>
          </a:prstGeom>
        </p:spPr>
      </p:pic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833BA4A2-BBFC-4FF0-7E5B-C1C1BD85F019}"/>
              </a:ext>
            </a:extLst>
          </p:cNvPr>
          <p:cNvCxnSpPr>
            <a:cxnSpLocks/>
          </p:cNvCxnSpPr>
          <p:nvPr/>
        </p:nvCxnSpPr>
        <p:spPr>
          <a:xfrm flipH="1">
            <a:off x="675012" y="4694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8A424C21-6B67-4C3E-C143-E41BD268CD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7600" y="5284800"/>
            <a:ext cx="1638000" cy="72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i="0" baseline="0">
                <a:solidFill>
                  <a:schemeClr val="bg2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7" name="Tijdelijke aanduiding voor tekst 4">
            <a:extLst>
              <a:ext uri="{FF2B5EF4-FFF2-40B4-BE49-F238E27FC236}">
                <a16:creationId xmlns:a16="http://schemas.microsoft.com/office/drawing/2014/main" id="{FEF2DF38-1132-F652-0F57-B533B53C7F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42800" y="5284800"/>
            <a:ext cx="1638000" cy="72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i="0" baseline="0">
                <a:solidFill>
                  <a:schemeClr val="bg2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Tijdelijke aanduiding voor tekst 4">
            <a:extLst>
              <a:ext uri="{FF2B5EF4-FFF2-40B4-BE49-F238E27FC236}">
                <a16:creationId xmlns:a16="http://schemas.microsoft.com/office/drawing/2014/main" id="{5F39D4DA-1DBC-63AC-CEDF-F44E2445B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170000" y="5284800"/>
            <a:ext cx="1638000" cy="7200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1" i="0" baseline="0">
                <a:solidFill>
                  <a:schemeClr val="bg2"/>
                </a:solidFill>
              </a:defRPr>
            </a:lvl1pPr>
            <a:lvl2pPr>
              <a:defRPr sz="1800" baseline="0">
                <a:solidFill>
                  <a:schemeClr val="bg2"/>
                </a:solidFill>
              </a:defRPr>
            </a:lvl2pPr>
            <a:lvl3pPr>
              <a:defRPr sz="1800" baseline="0">
                <a:solidFill>
                  <a:schemeClr val="bg2"/>
                </a:solidFill>
              </a:defRPr>
            </a:lvl3pPr>
            <a:lvl4pPr>
              <a:defRPr sz="1800" baseline="0">
                <a:solidFill>
                  <a:schemeClr val="bg2"/>
                </a:solidFill>
              </a:defRPr>
            </a:lvl4pPr>
            <a:lvl5pPr>
              <a:defRPr sz="1800" baseline="0">
                <a:solidFill>
                  <a:schemeClr val="bg2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256349E7-3CD2-9290-7889-6E2400B82BC6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echte verbindingslijn 3">
            <a:extLst>
              <a:ext uri="{FF2B5EF4-FFF2-40B4-BE49-F238E27FC236}">
                <a16:creationId xmlns:a16="http://schemas.microsoft.com/office/drawing/2014/main" id="{8C16BB56-FFAD-DAFF-A976-F20B29F23E3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370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934802F1-3104-DCBA-A6B4-3C555D14A275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phic 25">
            <a:extLst>
              <a:ext uri="{FF2B5EF4-FFF2-40B4-BE49-F238E27FC236}">
                <a16:creationId xmlns:a16="http://schemas.microsoft.com/office/drawing/2014/main" id="{1D7C27E8-DC7A-3DB1-AFB4-15F239B949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4400" y="5767875"/>
            <a:ext cx="1915200" cy="181988"/>
          </a:xfrm>
          <a:prstGeom prst="rect">
            <a:avLst/>
          </a:prstGeom>
        </p:spPr>
      </p:pic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3490285C-8B11-17C2-B6F2-D7D38534DD74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46944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03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abel-fullscreen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8CD4F594-FEFA-A8D9-B8E6-F8BA6729662F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1004400" y="1085797"/>
            <a:ext cx="9932688" cy="4861403"/>
          </a:xfrm>
        </p:spPr>
        <p:txBody>
          <a:bodyPr/>
          <a:lstStyle/>
          <a:p>
            <a:pPr>
              <a:defRPr/>
            </a:pPr>
            <a:r>
              <a:rPr lang="nl-NL"/>
              <a:t>Klik op het pictogram als u een tabel wilt toevoegen</a:t>
            </a:r>
            <a:endParaRPr lang="nl-BE"/>
          </a:p>
        </p:txBody>
      </p: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BAFC5318-7B0B-AEEB-00C0-4ABBE50E2FAD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5C04BBFB-B470-70FB-ED99-0615D33FC094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074C39B8-670E-2EF8-31DB-95AA3731FCD4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679C4A87-FAF7-CAA8-947B-8A0925AF0152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4049519-1513-6828-9370-B802F12A6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40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lAgency-Tekst-fullscreen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90B84385-9788-8621-2816-B957D7572C2F}"/>
              </a:ext>
            </a:extLst>
          </p:cNvPr>
          <p:cNvCxnSpPr>
            <a:cxnSpLocks/>
          </p:cNvCxnSpPr>
          <p:nvPr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A80DC1BE-2D1F-9C86-FF6E-8AD25E453256}"/>
              </a:ext>
            </a:extLst>
          </p:cNvPr>
          <p:cNvCxnSpPr>
            <a:cxnSpLocks/>
          </p:cNvCxnSpPr>
          <p:nvPr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386A928B-EA8C-8409-EE52-AEBB9C9ABAFB}"/>
              </a:ext>
            </a:extLst>
          </p:cNvPr>
          <p:cNvCxnSpPr>
            <a:cxnSpLocks/>
          </p:cNvCxnSpPr>
          <p:nvPr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el 1">
            <a:extLst>
              <a:ext uri="{FF2B5EF4-FFF2-40B4-BE49-F238E27FC236}">
                <a16:creationId xmlns:a16="http://schemas.microsoft.com/office/drawing/2014/main" id="{816B5AFB-3F0C-CC26-C956-50E89C1D18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4400" y="314922"/>
            <a:ext cx="9659005" cy="129600"/>
          </a:xfrm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900" b="0" i="0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Titel niveau 1</a:t>
            </a:r>
            <a:endParaRPr lang="nl-BE"/>
          </a:p>
        </p:txBody>
      </p:sp>
      <p:sp>
        <p:nvSpPr>
          <p:cNvPr id="16" name="Ondertitel 2">
            <a:extLst>
              <a:ext uri="{FF2B5EF4-FFF2-40B4-BE49-F238E27FC236}">
                <a16:creationId xmlns:a16="http://schemas.microsoft.com/office/drawing/2014/main" id="{9FB9992C-3255-23E9-5436-CE57B3A646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4400" y="435583"/>
            <a:ext cx="9658800" cy="129600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None/>
              <a:defRPr sz="900" baseline="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Subtitel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0D15E76-1D57-BEE4-40A4-3268E9CE0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" y="314922"/>
            <a:ext cx="302400" cy="259200"/>
          </a:xfr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BE"/>
              <a:t>X.X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7870E09-C159-632E-2BB5-1FA45D9141A5}"/>
              </a:ext>
            </a:extLst>
          </p:cNvPr>
          <p:cNvSpPr txBox="1"/>
          <p:nvPr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EF06608B-2905-3DAE-15B4-09BA742018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sp>
        <p:nvSpPr>
          <p:cNvPr id="3" name="Tijdelijke aanduiding voor tekst 4">
            <a:extLst>
              <a:ext uri="{FF2B5EF4-FFF2-40B4-BE49-F238E27FC236}">
                <a16:creationId xmlns:a16="http://schemas.microsoft.com/office/drawing/2014/main" id="{510DB1FB-AF7F-5D91-F0E7-BF4BD7FD8D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4398" y="1085796"/>
            <a:ext cx="9658795" cy="486137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1400" baseline="0">
                <a:solidFill>
                  <a:schemeClr val="tx1"/>
                </a:solidFill>
              </a:defRPr>
            </a:lvl2pPr>
            <a:lvl3pPr marL="914400" indent="0">
              <a:buNone/>
              <a:defRPr sz="1400" baseline="0">
                <a:solidFill>
                  <a:schemeClr val="tx1"/>
                </a:solidFill>
              </a:defRPr>
            </a:lvl3pPr>
            <a:lvl4pPr marL="1371600" indent="0">
              <a:buNone/>
              <a:defRPr sz="1400" baseline="0">
                <a:solidFill>
                  <a:schemeClr val="tx1"/>
                </a:solidFill>
              </a:defRPr>
            </a:lvl4pPr>
            <a:lvl5pPr marL="1828800" indent="0">
              <a:buNone/>
              <a:defRPr sz="140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cxnSp>
        <p:nvCxnSpPr>
          <p:cNvPr id="2" name="Rechte verbindingslijn 1">
            <a:extLst>
              <a:ext uri="{FF2B5EF4-FFF2-40B4-BE49-F238E27FC236}">
                <a16:creationId xmlns:a16="http://schemas.microsoft.com/office/drawing/2014/main" id="{97B74BF1-548C-BEB9-4931-75075A75550F}"/>
              </a:ext>
            </a:extLst>
          </p:cNvPr>
          <p:cNvCxnSpPr>
            <a:cxnSpLocks/>
          </p:cNvCxnSpPr>
          <p:nvPr userDrawn="1"/>
        </p:nvCxnSpPr>
        <p:spPr>
          <a:xfrm>
            <a:off x="675012" y="0"/>
            <a:ext cx="0" cy="685800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B3982CB0-5078-102E-F822-340D22AD256D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7272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hte verbindingslijn 6">
            <a:extLst>
              <a:ext uri="{FF2B5EF4-FFF2-40B4-BE49-F238E27FC236}">
                <a16:creationId xmlns:a16="http://schemas.microsoft.com/office/drawing/2014/main" id="{187E0A83-A637-A512-EFE9-58E5F0FB6F4A}"/>
              </a:ext>
            </a:extLst>
          </p:cNvPr>
          <p:cNvCxnSpPr>
            <a:cxnSpLocks/>
          </p:cNvCxnSpPr>
          <p:nvPr userDrawn="1"/>
        </p:nvCxnSpPr>
        <p:spPr>
          <a:xfrm flipH="1">
            <a:off x="675012" y="6274800"/>
            <a:ext cx="11516988" cy="0"/>
          </a:xfrm>
          <a:prstGeom prst="line">
            <a:avLst/>
          </a:prstGeom>
          <a:ln w="3175">
            <a:solidFill>
              <a:srgbClr val="9F9F9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FE272DF4-3DF1-F2FD-6D7C-BD4847D67A8B}"/>
              </a:ext>
            </a:extLst>
          </p:cNvPr>
          <p:cNvSpPr txBox="1"/>
          <p:nvPr userDrawn="1"/>
        </p:nvSpPr>
        <p:spPr>
          <a:xfrm>
            <a:off x="1004400" y="6476400"/>
            <a:ext cx="1225826" cy="2077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nl-BE" sz="750" b="1" i="0" baseline="0">
                <a:solidFill>
                  <a:schemeClr val="tx1"/>
                </a:solidFill>
              </a:rPr>
              <a:t>Cartel Agency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FF743E9-2107-B026-CCE2-9A3DAAE0C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91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rtelAgency_Blanco-wit">
    <p:bg>
      <p:bgPr>
        <a:solidFill>
          <a:srgbClr val="F3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53A2922-43ED-AC9A-8B6F-2EBC91BCEF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7783F8AE-975C-2ED6-AE79-BEB938402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3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rtelAgency_Blanco-zw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E90B4F42-7A1E-8A31-5324-AF83BF2A26F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01FF4C81-5C7A-4DFA-381C-629ED89E60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8" y="6331775"/>
            <a:ext cx="352374" cy="35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045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1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1B39F7D-8EDD-27C9-F57E-4DC8D7F95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6E5D1ED-58FB-9110-02F3-A13714D15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FBAA2E6-DD87-AD30-8080-09E8F13AD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E0E90-744E-B148-A9C3-504D7B8DD4D6}" type="datetime4">
              <a:rPr lang="nl-BE" smtClean="0"/>
              <a:t>17 augustus 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1E135F8-0204-C3C8-A4BC-5B96392A8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E18966F-3B97-BADB-839B-923FA08037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71515-4EA2-2440-99EF-507EAA8B45D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6968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8" r:id="rId4"/>
    <p:sldLayoutId id="2147484060" r:id="rId6"/>
    <p:sldLayoutId id="2147484065" r:id="rId11"/>
    <p:sldLayoutId id="2147484066" r:id="rId12"/>
    <p:sldLayoutId id="2147484067" r:id="rId13"/>
    <p:sldLayoutId id="2147484072" r:id="rId18"/>
    <p:sldLayoutId id="2147484075" r:id="rId21"/>
    <p:sldLayoutId id="2147484077" r:id="rId23"/>
    <p:sldLayoutId id="2147484084" r:id="rId30"/>
    <p:sldLayoutId id="2147484085" r:id="rId31"/>
    <p:sldLayoutId id="2147484090" r:id="rId36"/>
    <p:sldLayoutId id="2147484093" r:id="rId39"/>
    <p:sldLayoutId id="2147484099" r:id="rId45"/>
    <p:sldLayoutId id="2147484100" r:id="rId46"/>
    <p:sldLayoutId id="2147484103" r:id="rId49"/>
    <p:sldLayoutId id="2147484104" r:id="rId50"/>
    <p:sldLayoutId id="2147484105" r:id="rId51"/>
    <p:sldLayoutId id="2147484106" r:id="rId52"/>
    <p:sldLayoutId id="2147484108" r:id="rId54"/>
    <p:sldLayoutId id="2147484119" r:id="rId65"/>
    <p:sldLayoutId id="2147484120" r:id="rId66"/>
    <p:sldLayoutId id="2147484121" r:id="rId67"/>
    <p:sldLayoutId id="2147484122" r:id="rId68"/>
    <p:sldLayoutId id="2147484123" r:id="rId69"/>
    <p:sldLayoutId id="2147484124" r:id="rId70"/>
    <p:sldLayoutId id="2147484125" r:id="rId7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8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Hier komt de action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6" name="Rectangle 5"/>
          <p:cNvSpPr/>
          <p:nvPr/>
        </p:nvSpPr>
        <p:spPr>
          <a:xfrm>
            <a:off x="10666800" y="5594400"/>
            <a:ext cx="1069200" cy="10692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8" name="Rectangle 7"/>
          <p:cNvSpPr/>
          <p:nvPr/>
        </p:nvSpPr>
        <p:spPr>
          <a:xfrm>
            <a:off x="7390800" y="1994400"/>
            <a:ext cx="3481200" cy="39528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Hier komt de action title: de conclusie, niet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58%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Hier komt de action title: de conclusie, niet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58%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Hier komt de onderbouwing.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1600" y="3124800"/>
            <a:ext cx="2566800" cy="29052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61600" y="3124800"/>
            <a:ext cx="2566800" cy="29052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3200" y="3153600"/>
            <a:ext cx="4363200" cy="28800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200" y="0"/>
            <a:ext cx="5992797" cy="6858000"/>
          </a:xfrm>
          <a:prstGeom prst="rect">
            <a:avLst/>
          </a:prstGeom>
          <a:solidFill>
            <a:srgbClr val="9F9F9F"/>
          </a:solidFill>
          <a:ln w="127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>
                <a:solidFill>
                  <a:srgbClr val="141414"/>
                </a:solidFill>
              </a:rPr>
              <a:t>PLAATSHOUDER BEELD</a:t>
            </a:r>
          </a:p>
          <a:p>
            <a:r>
              <a:rPr sz="1200">
                <a:solidFill>
                  <a:srgbClr val="141414"/>
                </a:solidFill>
              </a:rPr>
              <a:t>omschrijf hier wat er komt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idx="14" sz="quarter"/>
          </p:nvPr>
        </p:nvSpPr>
        <p:spPr/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art Placeholder 1"/>
          <p:cNvSpPr>
            <a:spLocks noGrp="1"/>
          </p:cNvSpPr>
          <p:nvPr>
            <p:ph type="chart" idx="16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Chart Placeholder 4"/>
          <p:cNvSpPr>
            <a:spLocks noGrp="1"/>
          </p:cNvSpPr>
          <p:nvPr>
            <p:ph type="chart" idx="14" sz="quarter"/>
          </p:nvPr>
        </p:nvSpPr>
        <p:spPr/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idx="16" sz="quarter"/>
          </p:nvPr>
        </p:nvSpPr>
        <p:spPr/>
      </p:sp>
      <p:sp>
        <p:nvSpPr>
          <p:cNvPr id="8" name="Text Placeholder 7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Hier komt de onderbouwing. Kort,</a:t>
            </a:r>
          </a:p>
        </p:txBody>
      </p:sp>
      <p:sp>
        <p:nvSpPr>
          <p:cNvPr id="8" name="Table Placeholder 7"/>
          <p:cNvSpPr>
            <a:spLocks noGrp="1"/>
          </p:cNvSpPr>
          <p:nvPr>
            <p:ph type="tbl" idx="16" sz="quarter"/>
          </p:nvPr>
        </p:nvSpPr>
        <p:spPr/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16" sz="quarter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 de conclusie, niet het onderwerp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Hier komt de onderbouwing. Kort, beschrijvend,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Hier komt de onderbouwing. Kort, beschrijvend,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Hier komt de onderbouwing. Kort, beschrijvend,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 title: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Bron: naam van de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Bron: naam van de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/>
        </p:txBody>
      </p:sp>
      <p:sp>
        <p:nvSpPr>
          <p:cNvPr id="18" name="Text Placeholder 17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Bron: naam van de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/>
        </p:txBody>
      </p:sp>
      <p:sp>
        <p:nvSpPr>
          <p:cNvPr id="20" name="Text Placeholder 19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Bron: naam van de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/>
        </p:txBody>
      </p:sp>
      <p:sp>
        <p:nvSpPr>
          <p:cNvPr id="22" name="Text Placeholder 21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Bron: naam van de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t>Hier komt de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 beeldspraak.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Hier komt de 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Hier komt de onderbouwing. Kort, beschrijvend, zonder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Bron: naam van de bron, jaartal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rtel MC">
  <a:themeElements>
    <a:clrScheme name="RCA-CARTELAGENCY">
      <a:dk1>
        <a:srgbClr val="141414"/>
      </a:dk1>
      <a:lt1>
        <a:srgbClr val="FFFFFF"/>
      </a:lt1>
      <a:dk2>
        <a:srgbClr val="424242"/>
      </a:dk2>
      <a:lt2>
        <a:srgbClr val="9F9F9F"/>
      </a:lt2>
      <a:accent1>
        <a:srgbClr val="A5B8C6"/>
      </a:accent1>
      <a:accent2>
        <a:srgbClr val="DBD0C6"/>
      </a:accent2>
      <a:accent3>
        <a:srgbClr val="96B1F8"/>
      </a:accent3>
      <a:accent4>
        <a:srgbClr val="69D8BD"/>
      </a:accent4>
      <a:accent5>
        <a:srgbClr val="FFFF9B"/>
      </a:accent5>
      <a:accent6>
        <a:srgbClr val="AE91FF"/>
      </a:accent6>
      <a:hlink>
        <a:srgbClr val="0563C1"/>
      </a:hlink>
      <a:folHlink>
        <a:srgbClr val="954F72"/>
      </a:folHlink>
    </a:clrScheme>
    <a:fontScheme name="RCA CARTEL/AGENCY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artel MC" id="{2660A3B1-8CF6-6245-9EF2-C29EAFBC2DF1}" vid="{9586F473-11F8-834B-962A-2B92743201FC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5F945B1-9CB0-604E-B326-F47964250E5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9c62554-94af-45b3-a640-0687ce371413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189853-81a2-46e9-9c1c-2788d2f626b4" xsi:nil="true"/>
    <lcf76f155ced4ddcb4097134ff3c332f xmlns="6916f60c-4952-4af5-bc61-48ad075b85d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3B29887B8E0C489D4E89F5A26C3D38" ma:contentTypeVersion="12" ma:contentTypeDescription="Een nieuw document maken." ma:contentTypeScope="" ma:versionID="d87704af8614e939998d4d329ddb34ee">
  <xsd:schema xmlns:xsd="http://www.w3.org/2001/XMLSchema" xmlns:xs="http://www.w3.org/2001/XMLSchema" xmlns:p="http://schemas.microsoft.com/office/2006/metadata/properties" xmlns:ns2="6916f60c-4952-4af5-bc61-48ad075b85d5" xmlns:ns3="d2189853-81a2-46e9-9c1c-2788d2f626b4" targetNamespace="http://schemas.microsoft.com/office/2006/metadata/properties" ma:root="true" ma:fieldsID="9da082ec1afd5095bcd634ce0a383130" ns2:_="" ns3:_="">
    <xsd:import namespace="6916f60c-4952-4af5-bc61-48ad075b85d5"/>
    <xsd:import namespace="d2189853-81a2-46e9-9c1c-2788d2f62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16f60c-4952-4af5-bc61-48ad075b8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0be9e841-59ba-4ce5-b7d3-91495066c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89853-81a2-46e9-9c1c-2788d2f626b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8aaf001-5fdc-4a23-a0a1-3a25639d4251}" ma:internalName="TaxCatchAll" ma:showField="CatchAllData" ma:web="d2189853-81a2-46e9-9c1c-2788d2f62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F193E7-0BE6-47E5-A6F3-D9DFF59595D4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elements/1.1/"/>
    <ds:schemaRef ds:uri="d2189853-81a2-46e9-9c1c-2788d2f626b4"/>
    <ds:schemaRef ds:uri="http://www.w3.org/XML/1998/namespace"/>
    <ds:schemaRef ds:uri="http://schemas.openxmlformats.org/package/2006/metadata/core-properties"/>
    <ds:schemaRef ds:uri="6916f60c-4952-4af5-bc61-48ad075b85d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AE62D74-E1BF-4CE4-A546-660B426ACA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5F8349-EE2F-4EB6-8139-A7C2A2F48CD7}">
  <ds:schemaRefs>
    <ds:schemaRef ds:uri="6916f60c-4952-4af5-bc61-48ad075b85d5"/>
    <ds:schemaRef ds:uri="d2189853-81a2-46e9-9c1c-2788d2f626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7750</Words>
  <Application>Microsoft Office PowerPoint</Application>
  <PresentationFormat>Widescreen</PresentationFormat>
  <Paragraphs>602</Paragraphs>
  <Slides>55</Slides>
  <Notes>13</Notes>
  <HiddenSlides>19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Cartel MC</vt:lpstr>
      <vt:lpstr>Novo Nordisk in België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Markt</vt:lpstr>
      <vt:lpstr>PowerPoint Presentation</vt:lpstr>
      <vt:lpstr>PowerPoint Presentation</vt:lpstr>
      <vt:lpstr>PowerPoint Presentation</vt:lpstr>
      <vt:lpstr>PowerPoint Presentation</vt:lpstr>
      <vt:lpstr>Mens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Maatschappij</vt:lpstr>
      <vt:lpstr>PowerPoint Presentation</vt:lpstr>
      <vt:lpstr>PowerPoint Presentation</vt:lpstr>
      <vt:lpstr>Synthese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 Ricola,</dc:title>
  <dc:creator>Ruben Horemans</dc:creator>
  <cp:lastModifiedBy>Marie Vrancken | Cartel Agency</cp:lastModifiedBy>
  <cp:revision>9</cp:revision>
  <dcterms:created xsi:type="dcterms:W3CDTF">2025-04-09T08:12:13Z</dcterms:created>
  <dcterms:modified xsi:type="dcterms:W3CDTF">2026-08-17T08:42:02Z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0x010100003B29887B8E0C489D4E89F5A26C3D38</vt:lpwstr>
  </property>
  <property fmtid="{D5CDD505-2E9C-101B-9397-08002B2CF9AE}" pid="3" name="MediaServiceImageTags">
    <vt:lpwstr/>
  </property>
</Properties>
</file>